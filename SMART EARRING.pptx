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CF44-3C9B-BCED-8872-C08663161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9B668-71C7-E756-6EBD-745384398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17EC0-9EAE-7CC0-EF36-48F79D4D5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60EBB-0EC5-43C5-A140-74063C5872A5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B302D-C219-E894-30DD-C27A6209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6B3D7-DA51-ED4E-77F8-7595829B5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C65-574B-4ECE-8C49-D83AC52BC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23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3F6F4-56DD-9908-7AD9-5CC946F4B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584D7-9188-90F4-10F3-701E20071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A633C-0FAA-8062-4688-B700C0CE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60EBB-0EC5-43C5-A140-74063C5872A5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E092C-1C55-2187-985B-6013355F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F087F-F7CF-A52A-2AB3-35066EB4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C65-574B-4ECE-8C49-D83AC52BC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64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4B9FC-2B56-8014-5C0F-8D4307167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4F36E-E7DB-0579-ED56-E8B0EE69B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CF97F-BD58-E88E-7C21-D4F0363E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60EBB-0EC5-43C5-A140-74063C5872A5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CD75A-C087-4629-70D7-27B4ABCE9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0C59F-0D2C-A7B8-603E-E540DC9E9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C65-574B-4ECE-8C49-D83AC52BC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80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AA477-E5BF-7805-DC85-F2A69D66A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87AAD-D810-5979-4C4D-FBB021FFA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934EB-4F6A-F782-3B67-C26E3AE1B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0AB73-7E15-4635-BBFE-C9CAFAD93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60EBB-0EC5-43C5-A140-74063C5872A5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A4DAF-3C6A-5A27-9076-C6D26FDC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A1F85-323C-79F9-46CA-D81E3EFF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C65-574B-4ECE-8C49-D83AC52BC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72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1459-9823-A4E1-EBB2-094397C39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5F3E5-F6DE-934C-0534-ED2AB56A0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78E19-A281-86DD-267B-B5E651259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8D6485-0705-50AF-9B1E-C4FF69EB5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0BE20-070A-E378-1980-86B874C50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3BC3CB-D5F7-5229-F58A-79482DF1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60EBB-0EC5-43C5-A140-74063C5872A5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0B8BA-066F-C0DB-7298-1FA65D62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4B9834-1E6B-13FE-BEF8-8FCF21F6F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C65-574B-4ECE-8C49-D83AC52BC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90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CAEEB-F9E2-6FBB-0427-AB94793DB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A565D-3B90-0602-CE73-F4F0B4D7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60EBB-0EC5-43C5-A140-74063C5872A5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9BE26-8779-97CB-4658-78D399893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4B717A-ED4A-36F9-39B8-AAECF8C7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C65-574B-4ECE-8C49-D83AC52BC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01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DB6ED0-C4AB-50CA-FAD2-30E7E37D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60EBB-0EC5-43C5-A140-74063C5872A5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2627FB-A8EE-86A8-4288-B60A4CCD6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58D91-B966-BDF3-97F9-408F2E8F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C65-574B-4ECE-8C49-D83AC52BC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605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97972-F639-A855-560B-67A5C723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D552B-4D02-48E4-E85E-F29FF2EFC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A9A13-D1B9-0868-0012-587EED3A1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76EC5-B4BD-0C9A-140F-99A9AF72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60EBB-0EC5-43C5-A140-74063C5872A5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6A97C-FB57-519A-A93C-D0BD4800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FB8EA-401B-9097-EAA5-F83A02B7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C65-574B-4ECE-8C49-D83AC52BC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48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F77D4-433E-D231-A17E-04F534BE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3413F5-5D9C-2C9E-A6BD-F4C694DB0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BE290-2B53-B1E7-BE41-78FC053CC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3F1B3-FD2F-D04F-1171-AC994A2DE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60EBB-0EC5-43C5-A140-74063C5872A5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01264-643E-A774-E21E-64E312EEA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AEB7F-D04B-0258-9149-EAA63DBB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C65-574B-4ECE-8C49-D83AC52BC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4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28E7-0E98-96B2-450D-F4A315A7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F2969-DB11-4ECC-4613-8111C284B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2F000-8CBB-BB0E-B49F-C7319179E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60EBB-0EC5-43C5-A140-74063C5872A5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ABB05-A2B4-EA6F-366B-7184EFA5D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183C7-8508-2A8D-7FAB-C9CF5228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C65-574B-4ECE-8C49-D83AC52BC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61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D56412-51EA-3305-181D-E6FD310A2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F13F3F-1507-E8A3-8DD9-37546AB4A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25C55-746A-303F-3F5E-1B53D343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60EBB-0EC5-43C5-A140-74063C5872A5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719AD-EF51-B1D5-D432-B8FEF89F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3BD16-EA7C-22B2-CFFE-3280AB67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C65-574B-4ECE-8C49-D83AC52BC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63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E79DBE-32D7-2935-C4FD-AFE373602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03548-7660-840E-B52B-40EDFC3F2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CA182-9CDB-244A-D7B8-8CBFC0C8B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60EBB-0EC5-43C5-A140-74063C5872A5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5FBB2-E39E-638A-34AD-0D65F4FB6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1DAAF-4926-5D3C-3037-A9E69274E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2DDC65-574B-4ECE-8C49-D83AC52BC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745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755DB-972F-C170-98B5-4DB7B2691B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SMART EARRING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48F72-1059-4600-CD87-E692511068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151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SMART EARRING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Aysha Shameera</dc:creator>
  <cp:lastModifiedBy>Aysha Shameera</cp:lastModifiedBy>
  <cp:revision>1</cp:revision>
  <dcterms:created xsi:type="dcterms:W3CDTF">2026-03-25T10:22:31Z</dcterms:created>
  <dcterms:modified xsi:type="dcterms:W3CDTF">2026-03-25T10:40:25Z</dcterms:modified>
</cp:coreProperties>
</file>